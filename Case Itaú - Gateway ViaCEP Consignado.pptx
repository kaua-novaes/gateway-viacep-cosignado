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380357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Gateway </a:t>
            </a:r>
            <a:r>
              <a:rPr b="1" i="0" lang="en-US" sz="4800" u="none" cap="none" strike="noStrike">
                <a:solidFill>
                  <a:srgbClr val="FF6200"/>
                </a:solidFill>
                <a:latin typeface="Urbanist"/>
                <a:ea typeface="Urbanist"/>
                <a:cs typeface="Urbanist"/>
                <a:sym typeface="Urbanist"/>
              </a:rPr>
              <a:t>ViaCEP</a:t>
            </a: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Consignado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4132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3B3B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Apresentação do Case Técnico - Rede de Agências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52575" y="3940373"/>
            <a:ext cx="1695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Desenvolvido por Kauã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3940375"/>
            <a:ext cx="670475" cy="6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8012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46104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Contexto do Negócio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92777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 gerente do Consignado precisa registrar se o endereço informado pelo cliente condiz com seu histórico durante a venda.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12792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Problemas a Resolver: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359464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Conectar a uma API pública (ViaCEP) para buscar dados de logradouro a partir de um CEP.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431854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Disponibilizar essas informações via uma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API/BFF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(Backend for Frontend).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504244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Filtrar dados inúteis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o negócio (remover IBGE, GIA, DDD, Siafi).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576634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Padronizar a saída (logradouro em </a:t>
            </a:r>
            <a:r>
              <a:rPr b="0" i="1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lowercase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47614"/>
            <a:ext cx="5267325" cy="295126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O Desafio e a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Dor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464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1854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4244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6634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538436"/>
            <a:ext cx="10287000" cy="1396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220491"/>
            <a:ext cx="10287000" cy="1396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902547"/>
            <a:ext cx="10287000" cy="1396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53843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22049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90254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1304850" y="1633712"/>
            <a:ext cx="19200" cy="45699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581150" y="1786086"/>
            <a:ext cx="102812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Entendimento do Escopo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581150" y="2138511"/>
            <a:ext cx="9791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Foco na operação de </a:t>
            </a:r>
            <a:r>
              <a:rPr b="1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READ</a:t>
            </a: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(consulta). O objetivo não é persistir dados, mas sim atuar como um intermediário (Gateway/BFF) que consome, trata e devolve a informação limpa.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581150" y="3468141"/>
            <a:ext cx="102812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Separação de Responsabilidades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581150" y="3820566"/>
            <a:ext cx="9791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Definição clara de quem faz o quê: O Controller recebe, o Service orquestra as regras de negócio (lowercase, remoção de campos), e a camada de Infra faz a requisição HTTP externa.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581150" y="5150197"/>
            <a:ext cx="102812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Tratamento de Exceções e Validação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581150" y="5502622"/>
            <a:ext cx="9791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Garantir que CEPs inválidos ou falhas na API externa sejam tratados graciosamente, retornando respostas amigáveis e estruturadas para o cliente da API.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464046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Linha de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Raciocínio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2115"/>
            <a:ext cx="11049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2303115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268634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Arquitetura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Escolhida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1152525"/>
            <a:ext cx="77819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3B3B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Arquitetura em Camadas (Layered Architecture) focada em separação de conceitos.</a:t>
            </a:r>
            <a:endParaRPr/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48550" y="1986500"/>
            <a:ext cx="7894900" cy="444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800" y="5107900"/>
            <a:ext cx="1016025" cy="109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390875" y="5232025"/>
            <a:ext cx="2402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Patterns utilizados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Facade Pattern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Responsibility Principle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Injeção de Dependência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 Pattern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775519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2640568" y="2823269"/>
            <a:ext cx="6910863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4. Vamos para o </a:t>
            </a:r>
            <a:r>
              <a:rPr b="1" i="0" lang="en-US" sz="48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Código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3238500" y="3747194"/>
            <a:ext cx="5715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Neste momento, pausamos a apresentação para demonstrar a implementação real na IDE, focando nas camadas Controller, Service, Domain e Infrastructure.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8012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904875" y="207064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Requisitos Atendidos: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Integração com ViaCEP realizada com sucesso, entregando apenas os dados necessários.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04875" y="279454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Design Limpo: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arquitetura em camadas permite que o código seja testável, manutenível e fácil de entender.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04875" y="351844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Robustez: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Implementação de validações de domínio e um GlobalExceptionHandler para garantir respostas previsíveis.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04875" y="454714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Pronto para Evoluir: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estrutura atual serve como uma base sólida para adições futuras sem quebrar contratos existentes.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41810"/>
            <a:ext cx="5267325" cy="296287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5.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Conclusão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7064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454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1844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4714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0230"/>
            <a:ext cx="3524250" cy="3190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20230"/>
            <a:ext cx="3524250" cy="3190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320230"/>
            <a:ext cx="3524250" cy="319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866775" y="3282255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Implementar Cache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866775" y="3701355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Adicionar Redis ou cache em memória (Caffeine) para CEPs já consultados. Evita requisições desnecessárias à API externa e diminui o tempo de resposta.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629150" y="3282255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Rate Limiting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4629150" y="3701355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Aplicação de limite de requisições por client (Bucket4j, por exemplo) para proteger o BFF contra abusos e garantir estabilidade.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391525" y="3282255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Base Própria / Self Hosted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391525" y="3701355"/>
            <a:ext cx="29337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Estudar a viabilidade de consumir uma base de endereços interna (banco de dados) para não depender exclusivamente de serviços de terceiros como o ViaCEP.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6313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66313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266313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6. Próximos 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Passos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1360140"/>
            <a:ext cx="67532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3B3B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Possíveis evoluções para tornar a aplicação mais resiliente e performática.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2312" y="2381250"/>
            <a:ext cx="3810000" cy="288399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151819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Como ferramentas de Inteligência Artificial foram utilizadas como </a:t>
            </a:r>
            <a:r>
              <a:rPr b="0" i="1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copilotos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durante o desenvolvimento do desafio: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04875" y="231829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Validação de Arquitetura: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Discussões para validar se a separação em camadas estava coesa e aderente às boas práticas do mercado.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904875" y="334699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Auxílio em Testes: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Geração de </a:t>
            </a:r>
            <a:r>
              <a:rPr b="0" i="1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boilertplates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 sugestões de cenários de borda para testes automatizados (unitários).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04875" y="437569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Simulação de Entrevista: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Interações simulando possíveis perguntas de um revisor sobre o repositório, design patterns e decisões técnicas tomadas.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04875" y="540439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Estruturação Visual: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Auxílio na ideação do roteiro e estrutura desta apresentação de case.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0125" y="2771775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7387113" y="353377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IA como Ferramenta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462837" y="4000500"/>
            <a:ext cx="3028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O código e as decisões finais são humanas, a IA atuou como um revisor ágil e acelerador de processos rotineiros.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7. Transparência no Processo (</a:t>
            </a:r>
            <a:r>
              <a:rPr b="1" i="0" lang="en-US" sz="3600" u="none" cap="none" strike="noStrike">
                <a:solidFill>
                  <a:srgbClr val="EC7000"/>
                </a:solidFill>
                <a:latin typeface="Urbanist"/>
                <a:ea typeface="Urbanist"/>
                <a:cs typeface="Urbanist"/>
                <a:sym typeface="Urbanist"/>
              </a:rPr>
              <a:t>Uso de IA</a:t>
            </a: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1829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4699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7569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40439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